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Retrieval-Augmented Generation (RAG)</a:t>
            </a:r>
          </a:p>
          <a:p>
            <a:pPr algn="ctr">
              <a:defRPr sz="2400">
                <a:solidFill>
                  <a:srgbClr val="4A4A6A"/>
                </a:solidFill>
              </a:defRPr>
            </a:pPr>
            <a:r>
              <a:t>Enhancing LLMs with External Knowledge &amp;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88899"/>
                </a:solidFill>
              </a:defRPr>
            </a:pPr>
            <a:r>
              <a:t>From 'Generative AI' → 'Grounded AI'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The 'Why' Behind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Knowledge Cut-offs: Training data is static — LLMs don't know about events after their training date.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Hallucinations: Models confidently generate factually incorrect statements.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Data Privacy: Standard models have no access to your private/internal documents.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The RAG Solution: Connects the LLM to a live 'library' of your own data — no fine-tuning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RAG = Retrieval + Generation. The model stays grounded in real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High-Level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Ingestion: Preparing &amp; loading data into the knowledge base (chunking, embedding, indexing).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Retrieval: Converting the user query to a vector and searching for the most relevant chunks.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Generation: Feeding retrieved context + question to the LLM for grounded answer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Query → Vector DB (similarity search) → Top-k Chunks → LLM Prompt →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1: Data Ingestion (The Preparation)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Chunking: Splitting long documents into smaller, semantically meaningful pieces.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Embeddings: Using an AI model (e.g., OpenAI ada, BGE) to convert text into N-dimensional vectors.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Vector Database: Specialized storage (Pinecone, Weaviate, Chroma, FAISS) for fast similarity search.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Indexing: Building the search index over embedded chunks for sub-second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Semantic Search finds meaning, not just keyword matches.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2: The RAG Workflow (The Execution)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Query Transformation: The user's question is converted into a vector using the same embedding model.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Similarity Search: Top-k most relevant chunks are pulled from the vector database.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Prompt Augmentation: Retrieved chunks are injected into the LLM prompt as 'Context'.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Generation: The LLM produces an answer strictly based on the provided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Zero hallucinations (in theory) — the model can only 'see' the context you give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Performance Analysis: The RAGAS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Context Precision: Did we retrieve the right documents among all relevant ones?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Context Recall: Did we retrieve enough of the relevant information to fully answer?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Faithfulness: Did the LLM stick strictly to the provided context, or did it hallucinate?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Answer Relevance: Is the final response actually useful and directly responsive to the query?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RAGAS = RAG Assessment. A framework for measuring RAG pipeline quality quantitatively.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Technical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Speed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Latency: RAG adds retrieval time — Time-to-First-Token (TTFT) is higher than standard chat.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Token Efficiency: Balancing context window size vs. API call cost per query.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Indexing Cost: One-time upfront cost of embedding and storing the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Quality &amp;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Hit Rate: How often the correct answer exists in our top-k retrieved results.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MRR (Mean Reciprocal Rank): Is the best answer ranked #1 on average?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NDCG: Normalized Discounted Cumulative Gain — how well results are ordered.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Trade-off: More context → better answers but higher latency and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Challenges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Poor Chunking: Cutting mid-sentence loses semantic meaning.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Retrieval Noise: Irrelevant chunks pollute context and confuse the LLM.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Embedding Drift: Chunks lose relevance as data updates over time.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Cold-start: New/empty vector DBs return poor results initially.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Re-ranking models (e.g., Cohere Rerank) refine search results after initial retrieval.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Hybrid Search: Combine keyword (BM25) + semantic (vector) search.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Metadata Filtering: Narrow retrieval by date, source, or category.</a:t>
            </a:r>
          </a:p>
          <a:p>
            <a:pPr>
              <a:spcAft>
                <a:spcPts val="800"/>
              </a:spcAft>
              <a:defRPr sz="1800">
                <a:solidFill>
                  <a:srgbClr val="2D2D44"/>
                </a:solidFill>
              </a:defRPr>
            </a:pPr>
            <a:r>
              <a:t>• Chunk Overlap: 10–20% overlap preserves context across chunk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RAG = Reasoning + Factual Grounding: Bridges the gap between a model's reasoning ability and real-time data.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Success Formula: High Retriever Accuracy × High Generator Faithfulness = Reliable RAG system.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Fail-safe: A well-built RAG system should say 'I don't know' rather than hallucinate.</a:t>
            </a:r>
          </a:p>
          <a:p>
            <a:pPr>
              <a:spcAft>
                <a:spcPts val="1000"/>
              </a:spcAft>
              <a:defRPr sz="2000">
                <a:solidFill>
                  <a:srgbClr val="2D2D44"/>
                </a:solidFill>
              </a:defRPr>
            </a:pPr>
            <a:r>
              <a:t>• Key Takeaway: RAG makes LLMs auditable, up-to-date, and domain-specific — without retraining.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888899"/>
                </a:solidFill>
              </a:defRPr>
            </a:pPr>
            <a:r>
              <a:t>📌 The best RAG system is one that knows what it doesn't know.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Q&amp;A</a:t>
            </a:r>
          </a:p>
          <a:p>
            <a:pPr algn="ctr">
              <a:defRPr sz="2400">
                <a:solidFill>
                  <a:srgbClr val="4A4A6A"/>
                </a:solidFill>
              </a:defRPr>
            </a:pPr>
            <a:r>
              <a:t>Questions on RAG Architecture, Workflow, or Performance Metrics?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